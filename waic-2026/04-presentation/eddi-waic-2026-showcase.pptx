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114800" cy="5029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760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🏆  UNIDO Trusted Partner for Industrial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E.D.D.I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9CA3AF"/>
                </a:solidFill>
                <a:latin typeface="Segoe UI"/>
              </a:defRPr>
            </a:pPr>
            <a:r>
              <a:t>Enhanced Dialog Driven Interface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B7280"/>
                </a:solidFill>
                <a:latin typeface="Segoe UI"/>
              </a:defRPr>
            </a:pPr>
          </a:p>
          <a:p>
            <a:pPr algn="l">
              <a:spcAft>
                <a:spcPts val="600"/>
              </a:spcAft>
              <a:defRPr sz="3000" b="1">
                <a:solidFill>
                  <a:srgbClr val="3B82F6"/>
                </a:solidFill>
                <a:latin typeface="Segoe UI"/>
              </a:defRPr>
            </a:pPr>
            <a:r>
              <a:t>Multi-Agent Orchestration Middleware</a:t>
            </a:r>
          </a:p>
          <a:p>
            <a:pPr algn="l">
              <a:spcAft>
                <a:spcPts val="600"/>
              </a:spcAft>
              <a:defRPr sz="3000" b="1">
                <a:solidFill>
                  <a:srgbClr val="3B82F6"/>
                </a:solidFill>
                <a:latin typeface="Segoe UI"/>
              </a:defRPr>
            </a:pPr>
            <a:r>
              <a:t>for Industrial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2011680" cy="13716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40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LLM</a:t>
            </a:r>
            <a:br/>
            <a:r>
              <a:t>Providers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846320"/>
            <a:ext cx="2011680" cy="13716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4937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60+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5440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MCP</a:t>
            </a:r>
            <a:br/>
            <a:r>
              <a:t>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4846320"/>
            <a:ext cx="2011680" cy="13716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4937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9,000+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406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Tests</a:t>
            </a:r>
            <a:br/>
            <a:r>
              <a:t>&gt;90% Coverage</a:t>
            </a:r>
          </a:p>
        </p:txBody>
      </p:sp>
      <p:pic>
        <p:nvPicPr>
          <p:cNvPr id="14" name="Picture 13" descr="eddi-v6-screenshot-dashboar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389120" cy="2926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labs.ai  ·  eddi.labs.ai  ·  Open Source  ·  Apache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Segoe UI"/>
              </a:defRPr>
            </a:pPr>
            <a:r>
              <a:t>Most AI agent frameworks are great for prototyping — hard to govern in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286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2004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2128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Typical Frameworks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94560"/>
            <a:ext cx="320040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2128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E.D.D.I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22860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Concurrency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788920"/>
            <a:ext cx="32004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862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GIL / single-threaded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788920"/>
            <a:ext cx="32004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862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Java 25 Virtual Threads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79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Agent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383279"/>
            <a:ext cx="32004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45643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Embedded in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383279"/>
            <a:ext cx="32004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45643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Versioned JSON configs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77639"/>
            <a:ext cx="22860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977639"/>
            <a:ext cx="32004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507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Sandboxed code 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977639"/>
            <a:ext cx="32004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40507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No dynamic code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645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572000"/>
            <a:ext cx="32004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6451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Custom implementation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4572000"/>
            <a:ext cx="32004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6451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GDPR, HIPAA, EU AI Act built-in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66360"/>
            <a:ext cx="22860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239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Audit Trail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5166360"/>
            <a:ext cx="32004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5239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Application logging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5166360"/>
            <a:ext cx="3200400" cy="50292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52395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HMAC-SHA256 immutable ledger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760720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8338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0" y="5760720"/>
            <a:ext cx="32004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5833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pip/npm + manual infra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5760720"/>
            <a:ext cx="320040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5833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One-command Docker install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"The engine is strict so the AI can be creative."  — Project Philosophy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Multi-Agent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🔀  Intelligent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Direct conversations to agents based on context, rules, and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30352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🗣️  Group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6 debate styles: Round Table, Peer Review, Devil's Advocate, Delphi, Debate, Task 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30352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🤖  Dynamic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Create, recruit, and delegate to new agents at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30352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🎯  Capability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336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Discover and route to agents by skill and confidence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🧙  Agent Father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Meta-agent that creates other agents through conversation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40680"/>
            <a:ext cx="530352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🪆  Nested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881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Groups of groups for tournament brackets and panel reviews</a:t>
            </a:r>
          </a:p>
        </p:txBody>
      </p:sp>
      <p:pic>
        <p:nvPicPr>
          <p:cNvPr id="22" name="Picture 21" descr="eddi-v6-screenshot-group-conversation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3383280"/>
          </a:xfrm>
          <a:prstGeom prst="rect">
            <a:avLst/>
          </a:prstGeom>
        </p:spPr>
      </p:pic>
      <p:pic>
        <p:nvPicPr>
          <p:cNvPr id="23" name="Picture 22" descr="eddi-v6-screenshot-agent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937760"/>
            <a:ext cx="50292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Open Standards &amp; Interoperability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82296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" cy="8229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Server (60+ tools) + Client — control EDDI from Claude, Cursor, Windsurf, or any MCP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515600" cy="82296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73152" cy="8229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A2A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Agent-to-Agent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Cross-platform agent communication, Agent Cards, and skill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0515600" cy="82296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73152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OpenAPI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3.1 Specification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49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Auto-generated spec — paste any OpenAPI spec → fully deployed API-calling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26280"/>
            <a:ext cx="10515600" cy="82296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526280"/>
            <a:ext cx="73152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OAuth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OIDC / Keycloak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709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Multi-tenant authentication, authorization, and role-based access 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73152" cy="8229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Server-Sent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Real-time streaming for chat, group discussions, and live log feeds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12 LLM Providers:  OpenAI · Anthropic · Google Gemini · Mistral · Azure OpenAI · Bedrock · Oracle GenAI · Vertex AI · Ollama · Jlama · HuggingFace · Any OpenAI-compatible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Enterprise Security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🏦  Secrets 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AES-256 envelope encryption, tenant-scoped key rotation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02920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 SSRF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All tools validate URLs against private IPs and internal hosts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2920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🔒  No Code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Recursive-descent math parser only — no eval(), no reflection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029200" cy="68580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✍️  Agent Signing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Ed25519 cryptographic identity per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Regulatory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5029200" cy="7772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73152" cy="7772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EU AI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Immutable HMAC-SHA256 audit ledger, decision traceability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5029200" cy="7772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83464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907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GDPR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Cascading erasure, data portability, restriction of 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39"/>
            <a:ext cx="5029200" cy="7772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3749039"/>
            <a:ext cx="73152" cy="7772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8221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HIPAA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1330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Deployment guide, BAA template, provider BAA matrix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663440"/>
            <a:ext cx="5029200" cy="7772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4663440"/>
            <a:ext cx="73152" cy="777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736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International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47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PIPEDA 🇨🇦 · LGPD 🇧🇷 · APPI 🇯🇵 · POPIA 🇿🇦 · PDPA 🇸🇬 · PIPL 🇨🇳</a:t>
            </a:r>
          </a:p>
        </p:txBody>
      </p:sp>
      <p:pic>
        <p:nvPicPr>
          <p:cNvPr id="33" name="Picture 32" descr="eddi-v6-screenshot-audit-tr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0"/>
            <a:ext cx="5029200" cy="1554480"/>
          </a:xfrm>
          <a:prstGeom prst="rect">
            <a:avLst/>
          </a:prstGeom>
        </p:spPr>
      </p:pic>
      <p:pic>
        <p:nvPicPr>
          <p:cNvPr id="34" name="Picture 33" descr="eddi-v6-screenshot-secret-vault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669280"/>
            <a:ext cx="50292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Config-Driven Architecture &amp; Persistent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📄  Agent behavior in versioned, diffable JSON — not compiled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🔧  Pluggable lifecycle pipeline: Input → Parse → Rules → LLM/API →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📦  Composable agents from reusable, version-controlled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📤  Import/Export as ZIP with automatic secret scrubbing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🔄  Live agent sync between instances with structural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📝  Reusable prompt snippets: {{snippets.safety_rules}}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Memory &amp; Context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920240"/>
            <a:ext cx="5029200" cy="658368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659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💾  Persistent User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402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Facts, preferences across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697480"/>
            <a:ext cx="5029200" cy="658368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💤  Dream Consolidation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017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Background pruning &amp; contradiction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474720"/>
            <a:ext cx="5029200" cy="658368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520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🪟  Token-Aware Windowing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94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Model-specific tokenizer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251960"/>
            <a:ext cx="5029200" cy="658368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297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📝  Rolling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72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Incremental LLM summarization of older turns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029200"/>
            <a:ext cx="5029200" cy="658368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074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📚 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49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7 embedding providers, 5 vector stores</a:t>
            </a:r>
          </a:p>
        </p:txBody>
      </p:sp>
      <p:pic>
        <p:nvPicPr>
          <p:cNvPr id="26" name="Picture 25" descr="eddi-v6-screenshot-agents-detai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846320"/>
            <a:ext cx="50292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600" b="1">
                <a:solidFill>
                  <a:srgbClr val="FFFFFF"/>
                </a:solidFill>
                <a:latin typeface="Segoe UI"/>
              </a:defRPr>
            </a:pPr>
            <a:r>
              <a:t>E.D.D.I</a:t>
            </a:r>
          </a:p>
          <a:p>
            <a:pPr algn="ctr">
              <a:spcAft>
                <a:spcPts val="600"/>
              </a:spcAft>
              <a:defRPr sz="2400" b="0">
                <a:solidFill>
                  <a:srgbClr val="3B82F6"/>
                </a:solidFill>
                <a:latin typeface="Segoe UI"/>
              </a:defRPr>
            </a:pPr>
            <a:r>
              <a:t>Multi-Agent Orchestration Middleware for Industrial AI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6B7280"/>
                </a:solidFill>
                <a:latin typeface="Segoe UI"/>
              </a:defRPr>
            </a:pPr>
          </a:p>
          <a:p>
            <a:pPr algn="ctr">
              <a:spcAft>
                <a:spcPts val="600"/>
              </a:spcAft>
              <a:defRPr sz="1800" b="0">
                <a:solidFill>
                  <a:srgbClr val="D1D5DB"/>
                </a:solidFill>
                <a:latin typeface="Segoe UI"/>
              </a:defRPr>
            </a:pPr>
            <a:r>
              <a:t>Open Source  ·  Apache 2.0  ·  Red Hat Certified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10B981"/>
                </a:solidFill>
                <a:latin typeface="Segoe UI"/>
              </a:defRPr>
            </a:pPr>
            <a:r>
              <a:t>Selected as UNIDO Trusted Partner for Industrial AI in the Global South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572000"/>
            <a:ext cx="2286000" cy="10058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🌐 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Segoe UI"/>
              </a:defRPr>
            </a:pPr>
            <a:r>
              <a:t>eddi.labs.ai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4572000"/>
            <a:ext cx="2286000" cy="10058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📖 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5CF6"/>
                </a:solidFill>
                <a:latin typeface="Segoe UI"/>
              </a:defRPr>
            </a:pPr>
            <a:r>
              <a:t>docs.labs.ai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572000"/>
            <a:ext cx="2286000" cy="10058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🐙 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github.com/labsai/EDDI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4572000"/>
            <a:ext cx="2286000" cy="1005840"/>
          </a:xfrm>
          <a:prstGeom prst="round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🐳  Docker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hub.docker.com/r/labsai/eddi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0350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Segoe UI"/>
              </a:defRPr>
            </a:pPr>
            <a:r>
              <a:t>"The engine is strict so the AI can be creative."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labs.ai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